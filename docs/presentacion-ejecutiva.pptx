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530352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0F766E"/>
                </a:solidFill>
              </a:rPr>
              <a:t>Quality Hackathon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F766E"/>
                </a:solidFill>
              </a:rPr>
              <a:t>War Room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04672" y="23317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</a:rPr>
              <a:t>EduMarket Panamá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Diagnóstico, priorización, corrección y defensa técnica antes del lanzamiento.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" y="396849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72 horas · USD 50,000 · 20 defectos · 5 correcciones críticas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06640" y="1188720"/>
            <a:ext cx="347472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06640" y="1965960"/>
            <a:ext cx="3474720" cy="347472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WAR ROOM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06640" y="2743200"/>
            <a:ext cx="3474720" cy="347472"/>
          </a:xfrm>
          <a:prstGeom prst="rect">
            <a:avLst/>
          </a:prstGeom>
          <a:solidFill>
            <a:srgbClr val="15803D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Riesgo → Prueba → Fix → Evidencia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644652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Quality Hackathon War Room · EduMarket Panamá ·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</a:rPr>
              <a:t>Diagnóstico general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20 defectos distribuidos por impacto en calidad y negocio.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Categoría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0" y="14173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Cantidad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0" y="141732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Riesgo principal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Funcionales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94760" y="18745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0" y="18745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Errores en compra, carrito y administración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3957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Seguridad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94760" y="23957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23957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SQL Injection, XSS y JWT sin expiración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9169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Performance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29169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29169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Carga lenta, N+1, bundle excesivo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4381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Accesibilidad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94760" y="34381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43814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Contraste, teclado, labels y ARIA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3959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UX / Usabilidad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94760" y="39593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0" y="395935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Fricción y mensajes poco claros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4805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Design QA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94760" y="44805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44805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Espaciado y tipografía inconsistentes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55778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Conclusión: los defectos no tienen el mismo peso; se debe priorizar seguridad, ventas y continuidad del checkout.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94360" y="644652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Quality Hackathon War Room · EduMarket Panamá ·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</a:rPr>
              <a:t>Priorización basada en riesgo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Matriz Impacto × Esfuerzo aplicada por restricción de 72 horas.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A580C"/>
                </a:solidFill>
              </a:rPr>
              <a:t>Top 5 antes del lanzamiento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#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9659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9659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Defecto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18120" y="19659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Impacto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0" y="19659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Esfuerzo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40487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SEC-01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240487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SQL Injection en búsqueda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09560" y="24048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</a:rPr>
              <a:t>Alto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64040" y="24048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Medio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9077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SEC-02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290779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XSS persistente en reseñas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09560" y="29077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</a:rPr>
              <a:t>Alto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64040" y="29077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Medio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34107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34107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SEC-03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43200" y="34107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JWT sin expiración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09560" y="34107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</a:rPr>
              <a:t>Alto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64040" y="34107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Bajo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39136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39136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FUN-01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743200" y="39136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Descuento 20 % mal calculado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909560" y="39136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</a:rPr>
              <a:t>Alto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64040" y="39136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Bajo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44165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63040" y="44165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FUN-02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743200" y="44165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Carrito se pierde al refrescar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09560" y="44165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</a:rPr>
              <a:t>Alto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464040" y="44165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Bajo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2960" y="5212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Criterio ejecutivo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22960" y="55961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Se corrigieron problemas con alto impacto y esfuerzo controlado para reducir riesgo de seguridad, pérdida de ingresos y abandono de compra.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94360" y="644652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Quality Hackathon War Room · EduMarket Panamá ·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</a:rPr>
              <a:t>Correcciones y pruebas automatizadas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Cada fix queda cubierto con prueba unitaria o de integración.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143000" cy="347472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FUN-01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40280" y="15270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checkout.test.ts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40680" y="152704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Valida MEDUCA20 = 20 %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67128"/>
            <a:ext cx="1143000" cy="347472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FUN-02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40280" y="21854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cartStorage.test.ts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40680" y="218541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Valida persistencia del carrito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825496"/>
            <a:ext cx="11430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SEC-01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40280" y="28437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search.test.ts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284378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Neutraliza payload de inyección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483864"/>
            <a:ext cx="11430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SEC-02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40280" y="35021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reviews.test.ts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40680" y="350215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Sanitiza reseñas con script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142232"/>
            <a:ext cx="11430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SEC-03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40280" y="41605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auth.test.ts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41605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Verifica claim exp en JWT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4864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</a:rPr>
              <a:t>Resultado esperado: el test falla en la versión defectuosa, se implementa el fix y la suite pasa en war-room-fixes.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Quality Hackathon War Room · EduMarket Panamá ·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</a:rPr>
              <a:t>Evidencia para la defensa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Qué mostrar durante los cinco minutos de demostración.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Cupón MEDUCA20 antes/después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94767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Carrito persistente tras refrescar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86584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Payload SQL Injection neutralizado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82549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Reseña XSS sanitizada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26440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JWT con expiración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Consola con pruebas pasando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5544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Herramientas sugeridas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Chrome DevTools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5877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Vitest + Supertest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0266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Lighthouse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34655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Axe DevTools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39044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Git diff main..war-room-fixes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55321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</a:rPr>
              <a:t>La evidencia demuestra que el riesgo quedó protegido por pruebas repetibles, no solo corregido de forma manual.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644652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Quality Hackathon War Room · EduMarket Panamá ·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</a:rPr>
              <a:t>Recomendación ejecutiva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Decisión propuesta para el comité antes del lanzamiento.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803D"/>
                </a:solidFill>
              </a:rPr>
              <a:t>Lanzar con condición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Integrar war-room-fixes, ejecutar la suite completa y validar manualmente accesibilidad/performance antes de activar la campaña.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37960" y="14173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580C"/>
                </a:solidFill>
              </a:rPr>
              <a:t>Pendiente posterior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37960" y="21031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Completar backlog restante: accesibilidad, performance, UX, Design QA y protección del panel administrativo.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89204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766E"/>
                </a:solidFill>
              </a:rPr>
              <a:t>No se reescribió el sistema; se estabilizó el flujo crítico con máxima reducción de riesgo en el tiempo disponible.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94360" y="644652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Quality Hackathon War Room · EduMarket Panamá ·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EduMarket Panamá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Hackathon – War Room</dc:title>
  <dc:subject>EduMarket Panamá</dc:subject>
  <dc:creator>Quality Hackathon War Room</dc:creator>
  <cp:lastModifiedBy>Quality Hackathon War Room</cp:lastModifiedBy>
  <cp:revision>1</cp:revision>
  <dcterms:created xsi:type="dcterms:W3CDTF">2026-08-16T03:59:55Z</dcterms:created>
  <dcterms:modified xsi:type="dcterms:W3CDTF">2026-08-16T03:59:55Z</dcterms:modified>
</cp:coreProperties>
</file>